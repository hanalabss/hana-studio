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0E0FF"/>
                </a:solidFill>
              </a:defRPr>
            </a:pPr>
            <a:r>
              <a:t>관리자용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C0FF"/>
                </a:solidFill>
              </a:defRPr>
            </a:pPr>
            <a:r>
              <a:t>Version 2.0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시작하기 - 프로그램 실행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라이선스 인증 방법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메인 화면 구성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프린터 연결하기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이미지 불러오기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인쇄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7. 배경 제거 기능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8. 수동 마스킹 업로드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9. 인쇄 위치 조정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10. 인쇄 매수 및 시작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11. 인쇄 진행 상황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12. 문제 해결 가이드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13. 관리자 기능 소개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14. 라이선스 관리 패널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15. 새 라이선스 생성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시작하기 - 프로그램 실행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5_main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873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Hana Studio 아이콘을 더블클릭하여 프로그램을 실행합니다.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프로그램이 시작되면 로딩 화면이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 인증이 필요한 경우 인증 창이 나타납니다.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인증 완료 후 메인 화면이 표시됩니다.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첫 실행 시 라이선스 인증이 필요합니다.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라이선스 인증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2_license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35922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 키 형식: HANA-XXXX-XXXX-XXXX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제공받은 라이선스 키를 입력창에 붙여넣기합니다.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'인증' 버튼을 클릭하여 인증을 진행합니다.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인증 성공 시 자동으로 메인 화면으로 이동합니다.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라이선스는 한 PC에만 등록됩니다.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인증 실패 시 키를 다시 확인하거나 관리자에게 문의하세요.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메인 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5_main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873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상단: 컨트롤 패널 영역 (파일, 설정, 인쇄 등)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하단: 이미지 뷰어 영역 (원본 → 마스킹 → 수동)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앞면/뒷면 탭으로 전환 가능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진행 상황 패널에서 현재 작업 상태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각 패널은 왼쪽에서 오른쪽 순서로 작업합니다.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프린터 연결하기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6_printer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7320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프로그램 시작 시 프린터 선택 창이 자동으로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USB 또는 네트워크(TCP) 프린터를 자동 탐지합니다.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원하는 프린터를 클릭하여 선택합니다.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'선택' 버튼을 눌러 연결을 완료합니다.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'프린터 연결 테스트' 버튼으로 연결 상태를 확인할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프린터가 보이지 않으면 '새로고침' 버튼을 클릭하세요.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이미지 불러오기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7_file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'앞면 이미지 선택' 버튼을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원하는 이미지 파일을 선택합니다. (JPG, PNG 지원)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양면 인쇄 시 '뒷면 이미지 선택' 버튼으로 뒷면도 선택합니다.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선택된 파일명이 버튼 아래에 표시됩니다.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권장 이미지 해상도: 1016x639 픽셀 (세로형)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설정 (단면/양면, 일반/레이어)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8_prin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'양면 인쇄 사용' 체크박스로 단면/양면 전환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인쇄 모드 선택: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일반 인쇄: 표준 카드 인쇄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레이어 인쇄: 배경제거 후 YMCW 레이어 인쇄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레이어 인쇄 시 배경제거가 필수입니다.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레이어 인쇄는 마스킹 이미지가 필요합니다.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배경 제거 기능 사용법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1_imag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원본 이미지 뷰어에서 '배경제거' 버튼을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AI가 자동으로 배경을 제거합니다.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결과가 '마스킹 미리보기'에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임계값 슬라이더로 배경제거 강도를 조절할 수 있습니다.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결과가 마음에 들지 않으면 수동 마스킹을 사용하세요.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임계값이 높을수록 더 많은 영역이 제거됩니다.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수동 마스킹 업로드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1_imag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'수동 마스킹' 뷰어를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미리 준비한 마스킹 이미지를 선택합니다.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마스킹 이미지: 인쇄할 부분은 흰색, 나머지는 검정색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수동 마스킹이 자동 마스킹보다 우선 적용됩니다.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포토샵이나 그림판에서 마스킹 이미지를 미리 제작하세요.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위치 조정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09_position_adj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X축: 좌우 위치 조정 (-50mm ~ +50mm)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Y축: 상하 위치 조정 (-50mm ~ +50mm)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+/- 버튼으로 0.01mm 단위로 미세 조정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직접 숫자를 입력하여 정확한 값 설정 가능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'초기화' 버튼으로 (0, 0)으로 복귀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테스트 인쇄 후 위치를 미세 조정하세요.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매수 설정 및 인쇄 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0_qua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+/- 버튼 또는 직접 입력으로 매수 설정 (1~99,999장)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'카드 인쇄' 버튼을 클릭하여 인쇄를 시작합니다.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인쇄 전 확인 창에서 설정을 검토합니다.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'예'를 클릭하면 인쇄가 시작됩니다.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인쇄 전 프린터에 충분한 카드가 있는지 확인하세요.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인쇄 진행 상황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4_printing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2627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진행바: 현재 인쇄 진행률 표시 (0~100%)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상태 메시지: 현재 작업 단계 표시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🔄 이미지 처리 중...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🖨️ 카드 인쇄 중... (X/Y장)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     • ✅ 인쇄 완료!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완료 시 프린터에서 카드를 수거합니다.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인쇄 중에는 프린터를 만지지 마세요.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문제 해결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프린터를 찾을 수 없음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3444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USB 연결 확인, 프린터 전원 확인, '새로고침' 클릭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라이선스 인증 실패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92024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키 형식 확인 (HANA-XXXX-XXXX-XXXX), 관리자 문의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배경제거 결과가 좋지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74320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88036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임계값 조절, 수동 마스킹 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인쇄 품질 불량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56616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70332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프린터 헤드 청소, 리본/카드 품질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3657600" cy="6400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❌ 프로그램이 느림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389120"/>
            <a:ext cx="685800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526280"/>
            <a:ext cx="649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66534"/>
                </a:solidFill>
              </a:defRPr>
            </a:pPr>
            <a:r>
              <a:t>✅ 이미지 해상도 확인, 컴퓨터 재시작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관리자 기능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7_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관리자 라이선스(ADMIN-XXXX-XXXX-XXXX)로 로그인 필요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메뉴바에 '관리' 메뉴가 추가로 표시됩니다.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관리 → 라이선스 관리 메뉴로 관리 패널에 접근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일반 사용자의 모든 기능 + 라이선스 관리 기능 사용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관리자 라이선스는 만료 기간이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라이선스 관리 패널 사용법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7_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등록된 모든 라이선스 목록 확인 가능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컬럼: 라이선스 키, 타입, 상태, 만료일, 디바이스, 메모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우클릭으로 라이선스 상태 변경 (활성화/정지)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우클릭으로 라이선스 키 복사 가능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'새로고침' 버튼으로 최신 정보 불러오기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정지된 라이선스는 즉시 사용 불가능해집니다.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새 라이선스 생성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Hana Studio - Card Printing Solution</a:t>
            </a:r>
          </a:p>
        </p:txBody>
      </p:sp>
      <p:pic>
        <p:nvPicPr>
          <p:cNvPr id="6" name="Picture 5" descr="17_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'+ 새 라이선스' 버튼을 클릭합니다.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라이선스 타입 선택: 관리자 / 사용자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유효 기간 설정 (사용자만): 0~3650일 (0 = 무제한)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메모 입력 (선택사항): 회사명, 고객명 등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'생성' 클릭 시 새 키가 자동으로 클립보드에 복사됩니다.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097280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90E2"/>
                </a:solidFill>
              </a:defRPr>
            </a:pPr>
            <a:r>
              <a:t>💡 팁: 생성된 키는 이메일 등으로 사용자에게 전달하세요.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지원 및 문의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2200">
                <a:solidFill>
                  <a:srgbClr val="D0E0FF"/>
                </a:solidFill>
              </a:defRPr>
            </a:pPr>
            <a:r>
              <a:t>기술 지원: support@hanalabs.kr</a:t>
            </a:r>
          </a:p>
          <a:p>
            <a:pPr algn="ctr">
              <a:spcAft>
                <a:spcPts val="1600"/>
              </a:spcAft>
              <a:defRPr sz="2200">
                <a:solidFill>
                  <a:srgbClr val="D0E0FF"/>
                </a:solidFill>
              </a:defRPr>
            </a:pPr>
            <a:r>
              <a:t>라이선스 문의: license@hanalabs.kr</a:t>
            </a:r>
          </a:p>
          <a:p>
            <a:pPr algn="ctr">
              <a:spcAft>
                <a:spcPts val="1600"/>
              </a:spcAft>
              <a:defRPr sz="2200">
                <a:solidFill>
                  <a:srgbClr val="D0E0FF"/>
                </a:solidFill>
              </a:defRPr>
            </a:pPr>
            <a:r>
              <a:t>웹사이트: www.hanalabs.kr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📋 인쇄 대기열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여러 인쇄 작업을 순차적으로 처리할 수 있습니다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인쇄 중에도 새로운 인쇄 요청을 추가할 수 있습니다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진행 상황 패널의 '대기열 보기' 버튼으로 대기열 확인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각 작업의 상태 확인: 완료 / 작업중 / 대기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전체 진행률이 카드 단위로 실시간 업데이트됩니다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인쇄 중에 추가 인쇄 버튼을 누르면 자동으로 대기열에 추가됩니다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📋 대기열 목록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진행 상황 패널 하단의 '📋 대기열 보기' 버튼 클릭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대기열 다이얼로그에서 모든 작업 목록 확인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작업 번호, 매수, 진행 상황, 상태 표시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상태 색상: 완료(초록) / 실패(빨강) / 작업중(파랑) / 대기(회색)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하단에 전체 요약 정보 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대기열이 비어있을 때도 버튼을 눌러 확인할 수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⚠️ 인쇄 오류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인쇄 실패 시 구체적인 오류 원인이 표시됩니다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카드 삽입 실패: 프린터에 카드가 없거나 걸림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프린터 연결 실패: USB/네트워크 연결 확인 필요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리본 오류: 리본 카트리지 확인 또는 교체 필요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용지 걸림: 프린터 내부 카드 걸림 제거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오류 발생 시 프린터 상태를 확인하고 문제 해결 후 다시 시도하세요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📊 진행 상황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진행률은 '완료/전체장 - 현재상태' 형식으로 표시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예: '3/10장 - 앞면 전사 중'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대기열에 작업 추가 시 전체 장수가 자동 업데이트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프로그레스 바로 시각적 진행률 확인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모든 작업 완료 시 최종 결과 알림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❓ 자주 묻는 질문 (FAQ)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Q: 인쇄 중에 추가 인쇄가 가능한가요?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A: 네, 인쇄 버튼을 누르면 대기열에 자동 추가됩니다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Q: 대기열 작업을 취소할 수 있나요?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A: 프로그램 종료 시 대기 중인 작업이 취소됩니다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Q: 일부 카드만 실패하면 어떻게 되나요?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A: 실패한 카드 수와 원인이 표시되며, 나머지는 계속 진행됩니다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💻 권장 사용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운영체제: Windows 10 / 11 (64bit)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메모리: 8GB RAM 이상 권장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저장공간: 500MB 이상 여유 공간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프린터: MATICA R600 시리즈 (USB/TCP 연결)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네트워크: TCP 프린터 사용 시 안정적인 네트워크 필요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💡 팁: 프린터 드라이버가 설치되어 있지 않아도 프로그램 사용 가능합니다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Hana Studio 사용 설명서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